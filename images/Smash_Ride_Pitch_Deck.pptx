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SMASH RIDE 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スケボーに乗って、スピーディーにスマッシュ！</a:t>
            </a:r>
          </a:p>
          <a:p>
            <a:r>
              <a:t>企画提案資料 / 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FF"/>
                </a:solidFill>
              </a:defRPr>
            </a:pPr>
            <a:r>
              <a:t>企画のコンセプト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スピード感あふれるスケボー移動と爽快な缶破壊の融合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成長：装備（ハンマー・スケボー）の進化による達成感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収集：多彩なペットによるスコアブーストと所有欲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ワールド：テーマの異なるマルチワールド展開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FF"/>
                </a:solidFill>
              </a:defRPr>
            </a:pPr>
            <a:r>
              <a:t>🔄 コアループ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【行動】スケボーで高速移動 ＆ ハンマーで缶をスマッシュ！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【報酬】SCRAPポイント獲得 ＆ 累計破壊数の増加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【成長】貯まったポイントでペットガチャ ＆ ハンマーを強化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【進化】能力UPで、より硬い缶や新エリアに挑戦可能に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FF"/>
                </a:solidFill>
              </a:defRPr>
            </a:pPr>
            <a:r>
              <a:t>☆ ステージ構成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Stage 1: 基礎習得（赤/青の缶）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Stage 2-5: 成長期（RAREガチャ・ショックウェーブ解放）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Stage 6-10: 熟練期（紫/黄の缶への挑戦、MASTERハンマー）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最終目標: 次のワールド（SF/古代遺跡等）へのロック解除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FF"/>
                </a:solidFill>
              </a:defRPr>
            </a:pPr>
            <a:r>
              <a:t>🌍 ワールド拡張（長期ビジョン）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現代都市: 基本ワールド（現在実装済み）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SF未来都市: サイバーパンク・ホバーボード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古代遺跡: 石像破壊・古代ツール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水中世界: 貝殻破壊・水中移動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マグマ・砂漠: 極限環境での破壊アクション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FF"/>
                </a:solidFill>
              </a:defRPr>
            </a:pPr>
            <a:r>
              <a:t>★ ゲームシステム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勝利条件: エンドレスな成長とランキング上位への挑戦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成長要素: ハンマー性能、ペット倍率、スケボー速度/ジャンプ力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特徴: 死亡や失敗のない、誰もが楽しめるカジュアルUX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差別化: スピーディーな移動とスキルベースの破壊アクション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FF"/>
                </a:solidFill>
              </a:defRPr>
            </a:pPr>
            <a:r>
              <a:t>🛹 独自要素：ジャンピングスマッシュ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ジャンプ中の落下に合わせて広範囲の缶を一斉破壊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タイミングに合わせたスキル発動でボーナス倍率付与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スケボーのジャンプ力アップが破壊範囲に直結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移動と攻撃が一体化した独自のプレイフィールの提供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FF"/>
                </a:solidFill>
              </a:defRPr>
            </a:pPr>
            <a:r>
              <a:t>💰 マネタイズ設計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ゲームパス: 永久倍率ブースト、装備スロット拡張、ハンマー即時解放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開発者商品: SCRAPパック、ガチャチケット、限定ペット販売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広告報酬: 無料ガチャ権、一時的なスピード/倍率ブースト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目標: ARPPU 1,000 Robux / 課金率 5-8%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E5FF"/>
                </a:solidFill>
              </a:defRPr>
            </a:pPr>
            <a:r>
              <a:t>☆ 現在の開発進捗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FFFFFF"/>
                </a:solidFill>
              </a:defRPr>
            </a:pPr>
            <a:r>
              <a:t>✅ コアエンジン完了（破壊判定、物理挙動、データ同期）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✅ コンテンツ基盤（11種のペット、5種のハンマー、ガチャ）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✅ クロスプラットフォーム対応（PC/スマホ操作）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🚧 開発中: ショップ/ガチャゾーンの物理配置、スキル演出強化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E5F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SMASH RIDE で、Robloxの新しいスタンダードを。</a:t>
            </a:r>
          </a:p>
          <a:p>
            <a:r>
              <a:t>ご清聴ありがとうございました。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