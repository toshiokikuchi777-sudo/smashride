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SMASH RIDE 🛹 - 企画概要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コンセプト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スケボー移動 × 缶破壊の爽快アクション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成長：装備（ハンマー・スケボー）の進化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収集：多彩なペットによるスコアブースト</a:t>
            </a:r>
          </a:p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ターゲット/現状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Roblox 8-18歳のカジュアルゲーマー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プロトタイプ完成（コア機能実装済み）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[ IMAGE HERE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ゲームプレイと進行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🔄 コアループ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【行動】高速スマッシュ破壊 ＆ 移動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【報酬】ポイント獲得 ＆ 累計数増加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【成長】ガチャ・ハンマー・能力強化</a:t>
            </a:r>
          </a:p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📈 進行のフロー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Lv1-5: 基礎（赤/青の缶）＆ ショックウェーブ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Lv6-10: 熟練（紫/黄の缶）＆ MASTERハンマー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目標: エリアロック解除による別ワールド進出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[ IMAGE HERE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ワールド拡張 ＆ 特殊スキル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🌍 ワールド拡張ビジョン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現代都市、SF未来（ホバーボード）、古代遺跡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水中、マグマ、砂漠など多彩な環境展開</a:t>
            </a:r>
          </a:p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🛹 ジャンピングスマッシュ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ジャンプ落下時に広範囲を一斉破壊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タイミングによるスキルボーナス（1.5倍）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空中アクションによる独自のプレイフィール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[ IMAGE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システム ＆ ビジネスモデル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⚙️ システム特性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勝利条件: ランキング上位への飽くなき挑戦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失敗なし：誰でも楽しめるカジュアル設計</a:t>
            </a:r>
          </a:p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💰 収益モデル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パス: 永久倍率、スロット拡張、ハンマー解放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消耗品: SCRAPパック、ガチャチケット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広告: 無料ガチャ、一時的ブースト（30分）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[ IMAGE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進捗状況 ＆ 未来の展望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✅ 開発状況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コア挙動、ペット/ガチャ、データ同期完了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マルチプレイ負荷・OSクロス操作検証済み</a:t>
            </a:r>
          </a:p>
          <a:p>
            <a:pPr>
              <a:spcBef>
                <a:spcPts val="1000"/>
              </a:spcBef>
              <a:defRPr sz="1600" b="1">
                <a:solidFill>
                  <a:srgbClr val="00E5FF"/>
                </a:solidFill>
              </a:defRPr>
            </a:pPr>
            <a:r>
              <a:t>🚀 今後のロードマップ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Phase 1: チュートリアル・バランス固定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Phase 2: SF未来都市ワールド追加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</a:defRPr>
            </a:pPr>
            <a:r>
              <a:t>• Phase 3: 複数エリア展開 ＆ シーズン運営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6464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[ IMAGE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