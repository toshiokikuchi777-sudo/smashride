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01. 概要とインスピレーション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PROJECT: SMASH RIDE 🛹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コンセプト: スケボー移動 × 缶破壊のスピーディーな体験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ターゲット: Roblox 8-18歳のカジュアルゲーマー層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現状: プロトタイプ完成、コアサイクル検証済み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企画のインスピレーション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Drill Digging Sim: 装備の進化による「掘削」のスムーズさ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Cut Trees: ランクに応じた「対象物」のステップアップ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Pet Simulator: 収集・ガチャ・所有欲を刺激する演出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クリッカーゲー: シンプルな操作と中毒性のある数値インフレ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914400"/>
            <a:ext cx="3474720" cy="5029200"/>
          </a:xfrm>
          <a:prstGeom prst="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 IMAGE / UI SHOT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02. コアループ ＆ 進行設計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🔄 コアループの詳細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【行動】スケボーで駆け抜け、ハンマーで各色の缶を破壊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【報酬】SCRAP獲得、累計破壊数増加、ペット倍率の適用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【次の行動】ガチャでペット入手、ハンマーアップグレード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戦略性: 缶の色に合わせたハンマー選択と移動の効率化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☆ ステージ構成と進行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Stage 1: 初期都市（赤/青の缶、基本操作習得）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Stage 2-5: 成長期（RAREガチャ、SHOCKWAVE、MULTI解放）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Stage 6-10: 熟練期（紫/黄、HYBRID、MASTERハンマー）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最終目標: 次のワールド（SF/古代遺跡等）へのロック解除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914400"/>
            <a:ext cx="3474720" cy="5029200"/>
          </a:xfrm>
          <a:prstGeom prst="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 IMAGE / UI SHOT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03. ワールド展開 ＆ 特殊アクション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🌍 ワールド拡張（ロードマップ）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現在: 現代都市ワールド（コア基盤の完成）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Phase 2: SF未来都市（ネオン缶、ホバーボード）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Phase 3: 古代遺跡 / 水中世界 / マグマ / 砂漠オアシス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共通: 統合スコア、共通ペット、ワールド専用オブジェクト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🛹 ジャンピングスマッシュ（独自性）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落下衝撃を利用した広範囲の一斉破壊アクション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空中操作によるスキルボーナス（1.5倍等）の付与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スケボーのジャンプ力強化がそのまま攻撃範囲に影響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アップグレード: スピード、ジャンプ力、耐久性の強化要素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914400"/>
            <a:ext cx="3474720" cy="5029200"/>
          </a:xfrm>
          <a:prstGeom prst="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 IMAGE / UI SHOT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04. システム設計 ＆ 収益化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★ ゲームシステム ＆ 成長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勝利/失敗: カジュアルUX（失敗なし）、ランキング競争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装備進化: ハンマー（範囲・色制限）、スケボー（性能）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ペット: 最大3スロット装備、重複所持・強化対応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UX設計: 全デバイス（PC/Mobile）対応のトグルUI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💰 マネタイズ設計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GamePass: 装備枠、永久倍率、ハンマー即時解放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DevProducts: ポイントパック、ガチャ券、限定ペット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Ads: 無料ガチャ権、一時的なスピード/獲得倍率ブースト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目標指標: ARPPU 1,000 Robux / 達成率重視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914400"/>
            <a:ext cx="3474720" cy="5029200"/>
          </a:xfrm>
          <a:prstGeom prst="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 IMAGE / UI SHOT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05. 実績・進捗 ＆ 総括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☆ 現在の開発進捗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✅ 実装済: 破壊コア、11種ペット、3ティアガチャ、データ同期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✅ 検証済: マルチプレイ、クロスプラットフォーム、負荷耐性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🚧 開発中: 物理ショップゾーン、ジャンピングスマッシュ演出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🚀 未来の展望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短期: チュートリアル実装、バランス固定、正式リリース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長期: 6つのテーマワールド展開による高リテンションの維持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ビジョン: Robloxにおけるアクションクリッカーの新基準</a:t>
            </a:r>
          </a:p>
          <a:p>
            <a:pPr>
              <a:spcBef>
                <a:spcPts val="800"/>
              </a:spcBef>
              <a:defRPr sz="1300" b="1">
                <a:solidFill>
                  <a:srgbClr val="00E5FF"/>
                </a:solidFill>
              </a:defRPr>
            </a:pPr>
            <a:r>
              <a:t>Thank You!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</a:defRPr>
            </a:pPr>
            <a:r>
              <a:t>• ご清聴ありがとうございました。デモプレイ準備中です。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914400"/>
            <a:ext cx="3474720" cy="5029200"/>
          </a:xfrm>
          <a:prstGeom prst="rect">
            <a:avLst/>
          </a:prstGeom>
          <a:solidFill>
            <a:srgbClr val="50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 IMAGE / UI SHOT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