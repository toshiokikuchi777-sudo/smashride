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01. 基本情報 &amp; 企画のインスピレーション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📋 基本情報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タイトル: SMASH RIDE 🛹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プラットフォーム: Roblox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キャッチコピー: 「スケボーに乗って、スピーディーにスマッシュ！」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コンセプト: スピード感ある移動と爽快な缶破壊を融合させたクリッカー系ペットシミュレーター。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🎮 インスピレーション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Drill Digging Sim: 装備による「掘削」のスムーズさの成長。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Cut Trees: ランクに応じた「破壊対象（木/缶）」のステップアップ。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Pet Simulator: ガチャ・複数装備・倍率UP・演出のコレクション要素。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クリッカーゲー: シンプル操作、数値のインフレ、中毒性のある報酬サイクル。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914400"/>
            <a:ext cx="4114800" cy="228600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9202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ロゴ / メインビジュアル 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4114800" cy="228600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参考ゲーム比較図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02. コアループ &amp; スケボーシステム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🔄 コアループ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サイクル: 高速移動 → スマッシュ → SCRAPを貯める → アップグレード → より硬い缶へ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ペット・ガチャ: 貯まったポイントでペットを装備し、スコア倍率をUPさせて循環を加速。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🛹 スケボー ＆ アクション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入手: フィールド上の「拾えるアイテム」として実装予定。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性能向上: スピード(16→32)、ジャンプ力(50→100)、耐久性の強化システム。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Jumping Smash: ジャンプ着時に範囲内の缶を一斉破壊。ボーナス倍率1.5倍。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戦略: タイミング重視のスキル要素。ジャンプ力が高いほど破壊範囲が拡大。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💡 戦略的要素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効率化: スケボーを活かした「ラン＆スマッシュ」の最適化。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判断力: 対象の缶（赤、青、緑...）に合わせた最適なハンマーの選択。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コアループ図解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3657600" cy="228600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4480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ジャンプスマッシュ演出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03. ハンマー・ペットシステム &amp; 実装状況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🔨 ハンマー（装備）システム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BASIC: 初心者用（赤のみ）/ SHOCKWAVE: 範囲攻撃（青まで）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MULTI: 効率重視・多色倍率（緑まで）/ HYBRID: 万能型（紫まで）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MASTER: 究極、全色対応。性能差により「破壊のスムーズさ」が激変。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将来: ショップゾーンでの購入・アップグレード形式へ。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🐶 ペット &amp; ガチャ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11種類のペット、3スロット装備。ガチャゾーンによる物理的体験へ移行予定。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✅ 実装済みコア機能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破壊システム(物理挙動)、ハンマー5種(UI切替)、ペット11種(追従AI)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ガチャ(3ティア)、データ同期(DataStore)、ステージ(10段階)、ランキング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3657600" cy="201168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7830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ハンマーリストUI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108960"/>
            <a:ext cx="3657600" cy="201168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3977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ペット・ガチャ画面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5303520"/>
            <a:ext cx="3657600" cy="109728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5715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開発進捗ロゴ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04. 将来の拡張計画：ワールドシステム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🌍 ワールド展開（長期構想）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現代都市: 基本ワールド（初期解放）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SF未来: サイバーパンク、ホバーボード、ネオン缶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古代遺跡: 壺/石像破壊、遺跡、古代ツール（累計5,000破壊）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水中/マグマ/砂漠: 貝殻/溶岩/宝箱、過酷環境（累計10,000〜35,000破壊）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🛠 ワールド共通 ＆ 固有の仕組み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共通: 同じコアループ、統合スコア、共通ハンマー/ペット資産。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固有: 各ワールド専用のモデル、BGM、限定ペット、破壊オブジェクト。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🚀 実装優先順位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Phase 1: 現代都市完成 / Phase 2: SF未来 / Phase 3: 多様エリア展開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世界地図・エリア概念図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3657600" cy="228600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4480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SF未来都市イメージ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05. 課題・懸念事項 ＆ 開発ロードマップ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⚠️ 課題 ＆ 対策 (着手済み/検討中)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解決済み: 入力ブロック問題(ModalEnabled)、缶のゾーン別ランダム配置。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対策検討: 260個の缶の負荷対策(Region3スポーン)、リスポーン時間導入。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懸念: MASTER入手後のインフレ(高難度缶の追加、Pt調整で対応)。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📈 開発ロードマップ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Phase 1: チュートリアル、パス設定、バランス調整、ペットモデル最終化。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Phase 2: 新色缶追加(6-10色)、ボスバトル、アチーブメントシステム。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Phase 3: PvP、ギルド/チーム制度、シーズンイベント、ハンマースキン。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🎯 成功指標 (KPI 目標)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DAU 1,000、滞在時間 30分、課金率 5%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リテンション: Day 1(40%) / Day 7(20%) / Day 30(10%)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3657600" cy="256032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057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ロードマップ図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49039"/>
            <a:ext cx="3657600" cy="201168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461771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KPI・統計データ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06. 管理情報 ＆ 検討・相談事項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📝 その他重要事項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マネタイズ: ゲームパスID登録、DevConsole連携が必要。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不足要素: チュートリアル(操作・解放・ガチャ説明)の実装が最優先。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🧐 相談・検討事項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ゲーム性: PvP要素の追加要否(現状OFF)、スキルの必要性。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配置: ゾーン別 vs 完全ランダム vs 個人別配置。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モデル: 11種類のカスタムペットモデルの調達/制作。</a:t>
            </a:r>
          </a:p>
          <a:p>
            <a:pPr>
              <a:spcBef>
                <a:spcPts val="500"/>
              </a:spcBef>
              <a:defRPr sz="1100" b="1">
                <a:solidFill>
                  <a:srgbClr val="00E5FF"/>
                </a:solidFill>
              </a:defRPr>
            </a:pPr>
            <a:r>
              <a:t>🏁 最終更新 ＆ Version</a:t>
            </a:r>
          </a:p>
          <a:p>
            <a:pPr>
              <a:spcAft>
                <a:spcPts val="100"/>
              </a:spcAft>
              <a:defRPr sz="850">
                <a:solidFill>
                  <a:srgbClr val="FFFFFF"/>
                </a:solidFill>
              </a:defRPr>
            </a:pPr>
            <a:r>
              <a:t>• 最終更新: 2026-01-06 / v1.0 (DEV_RESET_2026_01_05_v6)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PvP / マルチプレイ案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3657600" cy="2286000"/>
          </a:xfrm>
          <a:prstGeom prst="rect">
            <a:avLst/>
          </a:prstGeom>
          <a:solidFill>
            <a:srgbClr val="3C3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4480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[ チュートリアルフロー図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